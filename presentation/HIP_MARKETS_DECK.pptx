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/>
</file>

<file path=ppt/slides/_rels/slide2.xml.rels><?xml version="1.0" encoding="UTF-8" standalone="yes"?><Relationships xmlns="http://schemas.openxmlformats.org/package/2006/relationships"/>
</file>

<file path=ppt/slides/_rels/slide3.xml.rels><?xml version="1.0" encoding="UTF-8" standalone="yes"?><Relationships xmlns="http://schemas.openxmlformats.org/package/2006/relationships"/>
</file>

<file path=ppt/slides/_rels/slide4.xml.rels><?xml version="1.0" encoding="UTF-8" standalone="yes"?><Relationships xmlns="http://schemas.openxmlformats.org/package/2006/relationships"/>
</file>

<file path=ppt/slides/_rels/slide5.xml.rels><?xml version="1.0" encoding="UTF-8" standalone="yes"?><Relationships xmlns="http://schemas.openxmlformats.org/package/2006/relationships"/>
</file>

<file path=ppt/slides/_rels/slide6.xml.rels><?xml version="1.0" encoding="UTF-8" standalone="yes"?><Relationships xmlns="http://schemas.openxmlformats.org/package/2006/relationships"/>
</file>

<file path=ppt/slides/_rels/slide7.xml.rels><?xml version="1.0" encoding="UTF-8" standalone="yes"?><Relationships xmlns="http://schemas.openxmlformats.org/package/2006/relationships"/>
</file>

<file path=ppt/slides/_rels/slide8.xml.rels><?xml version="1.0" encoding="UTF-8" standalone="yes"?><Relationships xmlns="http://schemas.openxmlformats.org/package/2006/relationships"/>
</file>

<file path=ppt/slides/_rels/slide9.xml.rels><?xml version="1.0" encoding="UTF-8" standalone="yes"?><Relationships xmlns="http://schemas.openxmlformats.org/package/2006/relationships"/>
</file>

<file path=ppt/slides/_rels/slide10.xml.rels><?xml version="1.0" encoding="UTF-8" standalone="yes"?><Relationships xmlns="http://schemas.openxmlformats.org/package/2006/relationships"/>
</file>

<file path=ppt/slides/_rels/slide11.xml.rels><?xml version="1.0" encoding="UTF-8" standalone="yes"?><Relationships xmlns="http://schemas.openxmlformats.org/package/2006/relationships"/>
</file>

<file path=ppt/slides/_rels/slide12.xml.rels><?xml version="1.0" encoding="UTF-8" standalone="yes"?><Relationships xmlns="http://schemas.openxmlformats.org/package/2006/relationships"/>
</file>

<file path=ppt/slides/_rels/slide13.xml.rels><?xml version="1.0" encoding="UTF-8" standalone="yes"?><Relationships xmlns="http://schemas.openxmlformats.org/package/2006/relationships"/>
</file>

<file path=ppt/slides/_rels/slide14.xml.rels><?xml version="1.0" encoding="UTF-8" standalone="yes"?><Relationships xmlns="http://schemas.openxmlformats.org/package/2006/relationships"/>
</file>

<file path=ppt/slides/_rels/slide15.xml.rels><?xml version="1.0" encoding="UTF-8" standalone="yes"?><Relationships xmlns="http://schemas.openxmlformats.org/package/2006/relationships"/>
</file>

<file path=ppt/slides/_rels/slide16.xml.rels><?xml version="1.0" encoding="UTF-8" standalone="yes"?><Relationships xmlns="http://schemas.openxmlformats.org/package/2006/relationships"/>
</file>

<file path=ppt/slides/_rels/slide17.xml.rels><?xml version="1.0" encoding="UTF-8" standalone="yes"?><Relationships xmlns="http://schemas.openxmlformats.org/package/2006/relationships"/>
</file>

<file path=ppt/slides/_rels/slide18.xml.rels><?xml version="1.0" encoding="UTF-8" standalone="yes"?><Relationships xmlns="http://schemas.openxmlformats.org/package/2006/relationships"/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HIP.markets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Community-backed HIP-3 markets on Hyperliquid.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Fund the market operator. Share the builder fees.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The Problem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HIP-3 DEXs need 500,000 HYPE staked.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Stake is only the start: operators also need oracles, liquidity, risk controls, and fee accounting.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Stakers need slashing risk beside APR.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Product Thesis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is not passive liquid staking.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is the operator.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Users back the HIP.markets deployer stake and share net deployer fees.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Why Trade.xyz Matters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 proves HIP-3 can support serious market operators.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Useful UI patterns: market rail, order ticket, positions tabs, account modes, Ghost Mode observability, explicit warnings.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UX Translation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Market rail -&gt; first-three-market launch rail.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Order ticket -&gt; HYPE deposit ticket.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Positions panel -&gt; vault shares, fee history, oracle updates, market launches.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Ghost Mode -&gt; operator monitor.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Demo 1: Operator Vault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First screen is the usable operator console, not a landing page.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Shows vault capacity, APR, oracle cadence, risk state, and 500k HYPE requirement.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Demo 2: Fee Model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Judges can change HYPE price, staked HYPE, daily volume, fee bps, builder share, operating fee, protocol fee, and reserve.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APR updates instantly.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Demo 3: Deposit Ticket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Mirrors a trading order pane.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Amount input, deposit/withdraw mode, fee summary, user rewards estimate, and slashing warning.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Demo 4: Audit Tabs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Vault shares show depositor state.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Fee history shows how builder fees become distributions.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Oracle updates and market launches expose operator readiness.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Demo 5: Operator Monitor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Right rail keeps operational risk visible.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Fee recipient, oracle updater, slashing reserve, OI utilization, and incident runbook.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System Flow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1. HYPE holders deposit into vault.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2. Vault backs HIP.markets deployer stake.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3. HIP.markets launches first three HIP-3 markets.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4. Traders generate fees.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5. Net fees distribute to stakers.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Economics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Base model: 500k HYPE, $50M daily volume, 6 bps fee, 50% deployer share.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After 40% operating/protocol/reserve deductions: approximately 15% net APR.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Sensitivity matters more than headline APR.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Risk Controls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Start with oracle-simple markets.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Avoid extra ticker auction costs at launch.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Cap open interest, publish addresses, maintain reserve, pause deposits during incidents.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MVP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One HIP.markets-operated DEX.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One HYPE vault.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First three markets.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Weekly distributions.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Public dashboard.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No third-party operator financing.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Roadmap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V1: prove operator vault and fee sharing.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V2: more HIP.markets market vaults and automated fee verification.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V3: risk tranching, secondary shares, HIP-4, possible third-party financing.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Competitive Position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 and HyENA operate markets directly.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also operates markets directly, but adds user-funded HYPE stake and transparent fee sharing.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wedge is making HYPE holders economic backers of the operator.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Ask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HYPE holders for capped beta.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Market makers for first markets.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Oracle and data partners.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Security reviewers.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Hyperliquid feedback on custody and fee routing.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Closing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turns builder-deployed markets into a community-backed operator business.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first job is operating markets safely.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IP.markets">
  <a:themeElements>
    <a:clrScheme name="HIP">
      <a:dk1>
        <a:srgbClr val="080A0D"/>
      </a:dk1>
      <a:lt1>
        <a:srgbClr val="F4F7F8"/>
      </a:lt1>
      <a:dk2>
        <a:srgbClr val="121820"/>
      </a:dk2>
      <a:lt2>
        <a:srgbClr val="D7E3EA"/>
      </a:lt2>
      <a:accent1>
        <a:srgbClr val="35D29A"/>
      </a:accent1>
      <a:accent2>
        <a:srgbClr val="66A6FF"/>
      </a:accent2>
      <a:accent3>
        <a:srgbClr val="FF6B6B"/>
      </a:accent3>
      <a:accent4>
        <a:srgbClr val="93A4B1"/>
      </a:accent4>
      <a:accent5>
        <a:srgbClr val="26333F"/>
      </a:accent5>
      <a:accent6>
        <a:srgbClr val="17202A"/>
      </a:accent6>
      <a:hlink>
        <a:srgbClr val="66A6FF"/>
      </a:hlink>
      <a:folHlink>
        <a:srgbClr val="66A6FF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HIP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HIP.markets</Application>
  <Slides>18</Slides>
</Properties>
</file>

<file path=docProps/core.xml><?xml version="1.0" encoding="utf-8"?>
<cp:coreProperties xmlns:cp="http://schemas.openxmlformats.org/package/2006/metadata/core-properties" xmlns:dc="http://purl.org/dc/elements/1.1/">
  <dc:title>HIP.markets Hackathon Deck</dc:title>
  <dc:creator>HIP.markets</dc:creator>
</cp:coreProperties>
</file>