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_rels/slide18.xml.rels><?xml version="1.0" encoding="UTF-8" standalone="yes"?><Relationships xmlns="http://schemas.openxmlformats.org/package/2006/relationships"/>
</file>

<file path=ppt/slides/_rels/slide19.xml.rels><?xml version="1.0" encoding="UTF-8" standalone="yes"?><Relationships xmlns="http://schemas.openxmlformats.org/package/2006/relationships"/>
</file>

<file path=ppt/slides/_rels/slide20.xml.rels><?xml version="1.0" encoding="UTF-8" standalone="yes"?><Relationships xmlns="http://schemas.openxmlformats.org/package/2006/relationships"/>
</file>

<file path=ppt/slides/_rels/slide21.xml.rels><?xml version="1.0" encoding="UTF-8" standalone="yes"?><Relationships xmlns="http://schemas.openxmlformats.org/package/2006/relationships"/>
</file>

<file path=ppt/slides/_rels/slide2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HIP.markets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Community-backed HIP-3 markets on Hyperliquid.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Fund the market operator. Share the builder fees.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The Problem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HIP-3 DEXs need 500,000 HYPE staked.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Stake is only the start: operators also need oracles, liquidity, risk controls, and fee accounting.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Stakers need slashing risk beside APR.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Product Thesis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HIP.markets is not passive liquid staking.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HIP.markets is the operator.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Users back the HIP.markets deployer stake and share net deployer fees.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Why Now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Hyperliquid has moved from one exchange into market infrastructure.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HIP-3 lets specialist operators list new perpetual markets while HyperCore provides execution rails.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The bottleneck shifts to capital, oracle operations, and operator credibility.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Trade.xyz Reference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9600" y="1630000"/>
            <a:ext cx="46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60 markets, $2.50B 30-day volume, and $121.98K total 30-day fees.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Estimated deployer revenue: $60.99K over 30 days before operating costs.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Gross implied APR: 3.47% on the 500k HYPE minimum stake at $42.8085 HYPE.</a:t>
            </a:r>
          </a:p>
        </p:txBody>
      </p:sp>
      <p:pic>
        <p:nvPicPr>
          <p:cNvPr id="5" name="tradexyz-referenc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450000" y="1500000"/>
            <a:ext cx="6130000" cy="3450000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Successful Market Pattern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Trade.xyz's highest-volume tickers are not only crypto assets.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XYZ100 and SP500: roughly $444M each over 30 days.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SILVER, CL, SNDK, MU, NVDA, BRENTOIL, CBRS, INTC, and GOLD show RWA-style breadth.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HIP.markets should launch where oracle confidence, liquidity, and narrative demand overlap.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Revenue Interpretation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HIP-3 deployer share is fixed at 50% from the deployer perspective.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Trade.xyz reports deployerFeeScale = 1.0.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Gross revenue is not distributable profit until oracle, data, maker, legal, reserve, and incident costs are deducted.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UI Benchmark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trade.xyz proves serious HIP-3 markets need trading-terminal density.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Useful patterns: market rail, order ticket, positions tabs, account modes, Ghost Mode observability, explicit warnings.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UX Translation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Market rail -&gt; first-three-market launch rail.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Order ticket -&gt; HYPE deposit ticket.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Positions panel -&gt; vault shares, fee history, oracle updates, market launches.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Ghost Mode -&gt; operator monitor.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Demo Walkthrough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9600" y="1630000"/>
            <a:ext cx="46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The first screen is the usable operator console, not a landing page.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Vault capacity, APR, oracle cadence, risk state, market rail, fee model, deposit ticket, and monitor are visible in one workflow.</a:t>
            </a:r>
          </a:p>
        </p:txBody>
      </p:sp>
      <p:pic>
        <p:nvPicPr>
          <p:cNvPr id="5" name="demo-dashboar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450000" y="1500000"/>
            <a:ext cx="6130000" cy="3450000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Demo: Fee Model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Judges can change HYPE price, staked HYPE, daily volume, fee bps, builder share, operating fee, protocol fee, and reserve.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APR updates instantly.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Demo: Deposit Ticket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Mirrors a trading order pane.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Amount input, deposit/withdraw mode, fee summary, user rewards estimate, and slashing warning.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Demo: Audit Ledger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9600" y="1630000"/>
            <a:ext cx="46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Fee sharing becomes an inspectable ledger.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Vault shares, fee history, oracle updates, and market launch readiness expose operator behavior.</a:t>
            </a:r>
          </a:p>
        </p:txBody>
      </p:sp>
      <p:pic>
        <p:nvPicPr>
          <p:cNvPr id="5" name="demo-fee-ledger-view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450000" y="1500000"/>
            <a:ext cx="6130000" cy="3450000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System Flow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1. HYPE holders deposit into the HyperEVM vault.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2. Vault backs HIP.markets deployer stake.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3. HIP.markets launches the first three HIP-3 markets.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4. Traders generate fees.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5. Net fees distribute after operating, protocol, and reserve deductions.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Economics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Base model: 500k HYPE, $50M daily volume, 6 bps fee, 50% deployer share.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After 40% operating/protocol/reserve deductions: approximately 15% net APR.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Trade.xyz trailing fees imply approximately 3.47% gross APR on the minimum stake.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Sensitivity matters more than headline APR.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Risk Controls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Start with oracle-simple markets.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Avoid extra ticker auction costs at launch.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Cap open interest, publish addresses, maintain reserve, pause deposits during incidents.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Cost Stack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The 500k HYPE stake is the entry ticket, not the full cost of business.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Budget for oracle relayers, licensed data, maker incentives, infrastructure, key management, audits, legal work, and incident reserves.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MVP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One HIP.markets-operated DEX.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One HYPE vault.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First three markets.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Weekly distributions.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Public dashboard.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No third-party operator financing.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Roadmap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V1: prove operator vault and fee sharing.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V2: more HIP.markets market vaults and automated fee verification.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V3: risk tranching, secondary shares, HIP-4, possible third-party financing once the trust model is mature.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Competitive Position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trade.xyz and HyENA operate markets directly.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HIP.markets also operates markets directly, but adds user-funded HYPE stake and transparent fee sharing.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The wedge is making HYPE holders economic backers of the operator.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Ask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HYPE holders for capped beta.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Market makers for first markets.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Oracle and data partners.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Security reviewers.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Hyperliquid feedback on custody and fee routing.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610000"/>
            <a:ext cx="103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100" b="1">
                <a:solidFill>
                  <a:srgbClr val="F4F7F8"/>
                </a:solidFill>
              </a:rPr>
              <a:t>Closing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905000"/>
            <a:ext cx="9800000" cy="39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HIP.markets turns builder-deployed markets into a community-backed operator business.</a:t>
            </a:r>
          </a:p>
          <a:p>
            <a:pPr marL="285750" indent="-171450">
              <a:buChar char="•"/>
            </a:pPr>
            <a:r>
              <a:rPr lang="en-US" sz="2100">
                <a:solidFill>
                  <a:srgbClr val="D7E3EA"/>
                </a:solidFill>
              </a:rPr>
              <a:t>The first job is operating markets safely.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400800"/>
            <a:ext cx="10500000" cy="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000">
                <a:solidFill>
                  <a:srgbClr val="35D29A"/>
                </a:solidFill>
              </a:rPr>
              <a:t>HIP.markets hackathon submission  |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P.markets">
  <a:themeElements>
    <a:clrScheme name="HIP">
      <a:dk1>
        <a:srgbClr val="080A0D"/>
      </a:dk1>
      <a:lt1>
        <a:srgbClr val="F4F7F8"/>
      </a:lt1>
      <a:dk2>
        <a:srgbClr val="121820"/>
      </a:dk2>
      <a:lt2>
        <a:srgbClr val="D7E3EA"/>
      </a:lt2>
      <a:accent1>
        <a:srgbClr val="35D29A"/>
      </a:accent1>
      <a:accent2>
        <a:srgbClr val="66A6FF"/>
      </a:accent2>
      <a:accent3>
        <a:srgbClr val="FF6B6B"/>
      </a:accent3>
      <a:accent4>
        <a:srgbClr val="93A4B1"/>
      </a:accent4>
      <a:accent5>
        <a:srgbClr val="26333F"/>
      </a:accent5>
      <a:accent6>
        <a:srgbClr val="17202A"/>
      </a:accent6>
      <a:hlink>
        <a:srgbClr val="66A6FF"/>
      </a:hlink>
      <a:folHlink>
        <a:srgbClr val="66A6F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HIP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HIP.markets</Application>
  <Slides>22</Slides>
</Properties>
</file>

<file path=docProps/core.xml><?xml version="1.0" encoding="utf-8"?>
<cp:coreProperties xmlns:cp="http://schemas.openxmlformats.org/package/2006/metadata/core-properties" xmlns:dc="http://purl.org/dc/elements/1.1/">
  <dc:title>HIP.markets Hackathon Deck</dc:title>
  <dc:creator>HIP.markets</dc:creator>
</cp:coreProperties>
</file>